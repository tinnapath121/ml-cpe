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Applied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Mask Detection (Mask vs No Mask)  ·  1:1 Lab Exam Presentation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45148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Flowchart: ขั้นตอนการทำงานของระบบ (ผังงาน)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00450" cy="4864608"/>
          </a:xfrm>
          <a:prstGeom prst="roundRect">
            <a:avLst>
              <a:gd name="adj" fmla="val 3048"/>
            </a:avLst>
          </a:prstGeom>
          <a:solidFill>
            <a:srgbClr val="EAF2FF"/>
          </a:solidFill>
          <a:ln/>
        </p:spPr>
      </p:sp>
      <p:pic>
        <p:nvPicPr>
          <p:cNvPr id="6" name="Image 0" descr="flowchart_mask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63624"/>
            <a:ext cx="3307842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26280" y="1417320"/>
            <a:ext cx="2250338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/>
        </p:spPr>
      </p:sp>
      <p:sp>
        <p:nvSpPr>
          <p:cNvPr id="8" name="Shape 5"/>
          <p:cNvSpPr/>
          <p:nvPr/>
        </p:nvSpPr>
        <p:spPr>
          <a:xfrm>
            <a:off x="4709160" y="1563624"/>
            <a:ext cx="292608" cy="292608"/>
          </a:xfrm>
          <a:prstGeom prst="ellipse">
            <a:avLst/>
          </a:prstGeom>
          <a:solidFill>
            <a:srgbClr val="0B5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93208" y="1508760"/>
            <a:ext cx="1518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96596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รูปภาพ (2,162 + 1,930)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59498" y="1417320"/>
            <a:ext cx="2250338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/>
        </p:spPr>
      </p:sp>
      <p:sp>
        <p:nvSpPr>
          <p:cNvPr id="12" name="Shape 9"/>
          <p:cNvSpPr/>
          <p:nvPr/>
        </p:nvSpPr>
        <p:spPr>
          <a:xfrm>
            <a:off x="7142378" y="1563624"/>
            <a:ext cx="292608" cy="292608"/>
          </a:xfrm>
          <a:prstGeom prst="ellipse">
            <a:avLst/>
          </a:prstGeom>
          <a:solidFill>
            <a:srgbClr val="0B5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26426" y="1508760"/>
            <a:ext cx="1518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42378" y="196596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· Grayscale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392717" y="1417320"/>
            <a:ext cx="2250338" cy="96012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/>
        </p:spPr>
      </p:sp>
      <p:sp>
        <p:nvSpPr>
          <p:cNvPr id="16" name="Shape 13"/>
          <p:cNvSpPr/>
          <p:nvPr/>
        </p:nvSpPr>
        <p:spPr>
          <a:xfrm>
            <a:off x="9575597" y="1563624"/>
            <a:ext cx="292608" cy="292608"/>
          </a:xfrm>
          <a:prstGeom prst="ellipse">
            <a:avLst/>
          </a:prstGeom>
          <a:solidFill>
            <a:srgbClr val="0B5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59645" y="1508760"/>
            <a:ext cx="1518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575597" y="1965960"/>
            <a:ext cx="1884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3,273 · Test 819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26280" y="2606040"/>
            <a:ext cx="7116775" cy="3749040"/>
          </a:xfrm>
          <a:prstGeom prst="roundRect">
            <a:avLst>
              <a:gd name="adj" fmla="val 2439"/>
            </a:avLst>
          </a:prstGeom>
          <a:solidFill>
            <a:srgbClr val="EAF2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00600" y="2807208"/>
            <a:ext cx="6568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ทำไมต้อง Mask Detection (Why This Application)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800600" y="34747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006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3310128"/>
            <a:ext cx="5836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3566160"/>
            <a:ext cx="5836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จุดตรวจต้องใช้พนักงานเฝ้าดูด้วยสายตาตลอดเวลา ไม่สม่ำเสมอและสิ้นเปลืองแรงงานคน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00600" y="4343400"/>
            <a:ext cx="502920" cy="502920"/>
          </a:xfrm>
          <a:prstGeom prst="ellipse">
            <a:avLst/>
          </a:prstGeom>
          <a:solidFill>
            <a:srgbClr val="0B5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8006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532120" y="4178808"/>
            <a:ext cx="5836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532120" y="4434840"/>
            <a:ext cx="5836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สร้างระบบจำแนกภาพอัตโนมัติ (mask / no mask) ต่อยอดเป็นระบบเตือน ณ จุดเข้า-ออกได้จริง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00600" y="52120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8006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5047488"/>
            <a:ext cx="5836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5303520"/>
            <a:ext cx="5836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 ทำ Test Accuracy 84.6% (693/819) และตรวจกับภาพถ่ายจริงนอกชุดข้อมูล 4 ภาพ ได้ถูกต้อง 4/4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800600" y="6007608"/>
            <a:ext cx="6568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สถาปัตยกรรมเดียวกับ Cat vs Dog เดิมทุกไฟล์ (data_load → preprocess → split → svm_model → evaluate) เปลี่ยนแค่ dataset — พิสูจน์ว่า pipeline พอร์ตข้ามโดเมนได้จริง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6202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Ketar · ML-CPE (RMUTT)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338560" y="6620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ผลลัพธ์ (Results) &amp; Model Configuration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AF2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87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Configuration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RBF (Radial Basis Function)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36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(Regularization)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36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03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Reduction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203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10,000 -&gt; 150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5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 (predict_proba)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841248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AF2FF"/>
            </a:solidFill>
            <a:prstDash val="solid"/>
          </a:ln>
        </p:spPr>
      </p:sp>
      <p:pic>
        <p:nvPicPr>
          <p:cNvPr id="16" name="Image 0" descr="mask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978408"/>
            <a:ext cx="1508760" cy="1508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943600" y="26517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 (n=819)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932688"/>
            <a:ext cx="3596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with_mask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1179576"/>
            <a:ext cx="3596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 / 433 ถูก (Recall 86%)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1508760"/>
            <a:ext cx="3596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without_mask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1755648"/>
            <a:ext cx="3596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 / 386 ถูก (Recall 83%)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2084832"/>
            <a:ext cx="3596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เฉลี่ย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2331720"/>
            <a:ext cx="3596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2916936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DCEB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29718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3108960" y="2916936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693 / 819 correct บนภาพที่โมเดลไม่เคยเห็นมาก่อน (held-out test set)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73989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ทดสอบกับใบหน้าจริงของผู้พัฒนา (Real-World Test)</a:t>
            </a:r>
            <a:endParaRPr lang="en-US" sz="1350" dirty="0"/>
          </a:p>
        </p:txBody>
      </p:sp>
      <p:pic>
        <p:nvPicPr>
          <p:cNvPr id="28" name="Image 1" descr="ketar_1_ba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965" y="4105656"/>
            <a:ext cx="809701" cy="10515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064965" y="4105656"/>
            <a:ext cx="809701" cy="1051560"/>
          </a:xfrm>
          <a:prstGeom prst="rect">
            <a:avLst/>
          </a:prstGeom>
          <a:ln w="19050">
            <a:solidFill>
              <a:srgbClr val="DC262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900373" y="5184648"/>
            <a:ext cx="1138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ไม่ใส่แมส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with_mask (55%)</a:t>
            </a:r>
            <a:endParaRPr lang="en-US" sz="750" dirty="0"/>
          </a:p>
        </p:txBody>
      </p:sp>
      <p:pic>
        <p:nvPicPr>
          <p:cNvPr id="31" name="Image 2" descr="ketar_2_mask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986" y="4105656"/>
            <a:ext cx="809701" cy="105156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148986" y="4105656"/>
            <a:ext cx="809701" cy="1051560"/>
          </a:xfrm>
          <a:prstGeom prst="rect">
            <a:avLst/>
          </a:prstGeom>
          <a:ln w="19050">
            <a:solidFill>
              <a:srgbClr val="16A34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984394" y="5184648"/>
            <a:ext cx="1138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ใส่แมส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with_mask (56%)</a:t>
            </a:r>
            <a:endParaRPr lang="en-US" sz="750" dirty="0"/>
          </a:p>
        </p:txBody>
      </p:sp>
      <p:pic>
        <p:nvPicPr>
          <p:cNvPr id="34" name="Image 3" descr="ketar_3_bare_glass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4105656"/>
            <a:ext cx="809701" cy="105156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233008" y="4105656"/>
            <a:ext cx="809701" cy="1051560"/>
          </a:xfrm>
          <a:prstGeom prst="rect">
            <a:avLst/>
          </a:prstGeom>
          <a:ln w="19050">
            <a:solidFill>
              <a:srgbClr val="16A34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068416" y="5184648"/>
            <a:ext cx="1138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ไม่ใส่แมส+แว่น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without_mask (65%)</a:t>
            </a:r>
            <a:endParaRPr lang="en-US" sz="750" dirty="0"/>
          </a:p>
        </p:txBody>
      </p:sp>
      <p:pic>
        <p:nvPicPr>
          <p:cNvPr id="37" name="Image 4" descr="ketar_4_masked_glasse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029" y="4105656"/>
            <a:ext cx="809701" cy="10515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317029" y="4105656"/>
            <a:ext cx="809701" cy="1051560"/>
          </a:xfrm>
          <a:prstGeom prst="rect">
            <a:avLst/>
          </a:prstGeom>
          <a:ln w="19050">
            <a:solidFill>
              <a:srgbClr val="DC2626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152437" y="5184648"/>
            <a:ext cx="1138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ใส่แมส+แว่น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without_mask (74%)</a:t>
            </a:r>
            <a:endParaRPr lang="en-US" sz="75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4105656"/>
            <a:ext cx="328772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ทดสอบเพิ่มด้วยภาพเซลฟีจริงของผู้พัฒนาเอง (ไม่ใช่ dataset) ผ่าน predict_image.py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8355330" y="4105656"/>
            <a:ext cx="328772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 2/4 ถูก — Haar Cascade หาใบหน้าไม่เจอเลยเมื่อใส่แมส 2/2 ครั้ง สอดคล้องกับ domain-shift limitation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548640" y="5650992"/>
            <a:ext cx="5432908" cy="868680"/>
          </a:xfrm>
          <a:prstGeom prst="roundRect">
            <a:avLst>
              <a:gd name="adj" fmla="val 10526"/>
            </a:avLst>
          </a:prstGeom>
          <a:solidFill>
            <a:srgbClr val="EAF8EF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777240" y="5760720"/>
            <a:ext cx="4975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จุดแข็ง (Strengths)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777240" y="6035040"/>
            <a:ext cx="49757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ตีความได้ (Margin / Support Vectors ชัดเจน) เทรนเร็ว ~20 วินาที</a:t>
            </a:r>
            <a:endParaRPr lang="en-US" sz="97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กับภาพถ่ายนอกชุดข้อมูล (demo_photos/) — ถูก 4/4 ภาพ</a:t>
            </a:r>
            <a:endParaRPr lang="en-US" sz="970" dirty="0"/>
          </a:p>
        </p:txBody>
      </p:sp>
      <p:sp>
        <p:nvSpPr>
          <p:cNvPr id="45" name="Shape 38"/>
          <p:cNvSpPr/>
          <p:nvPr/>
        </p:nvSpPr>
        <p:spPr>
          <a:xfrm>
            <a:off x="6210148" y="5650992"/>
            <a:ext cx="5432908" cy="868680"/>
          </a:xfrm>
          <a:prstGeom prst="roundRect">
            <a:avLst>
              <a:gd name="adj" fmla="val 10526"/>
            </a:avLst>
          </a:prstGeom>
          <a:solidFill>
            <a:srgbClr val="FDEDEC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6438748" y="5760720"/>
            <a:ext cx="49757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 (Limitations)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6438748" y="6035040"/>
            <a:ext cx="49757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ข้อมูลน้อยเสี่ยง overfit (แก้แล้วด้วยข้อมูลเต็มชุด) · ไม่เรียนรู้ spatial pattern เท่า CNN</a:t>
            </a:r>
            <a:endParaRPr lang="en-US" sz="97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พลาดกับใบหน้าถูกแมสบดบัง · real-time ผ่านกล้อง/มือถือพบ domain shift</a:t>
            </a:r>
            <a:endParaRPr lang="en-US" sz="970" dirty="0"/>
          </a:p>
        </p:txBody>
      </p:sp>
      <p:sp>
        <p:nvSpPr>
          <p:cNvPr id="48" name="Text 41"/>
          <p:cNvSpPr txBox="1"/>
          <p:nvPr/>
        </p:nvSpPr>
        <p:spPr>
          <a:xfrm>
            <a:off x="548640" y="66202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Ketar · ML-CPE (RMUTT)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11338560" y="66202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2026-09-13T18:56:19Z</dcterms:created>
  <dcterms:modified xsi:type="dcterms:W3CDTF">2026-09-13T18:56:19Z</dcterms:modified>
</cp:coreProperties>
</file>